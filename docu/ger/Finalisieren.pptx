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3B9B56-3E2E-BBF7-A9F8-0B3F66863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626FD3F-1A86-5E1E-FD18-C7B3BC5E5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134733-F5BD-E81A-A06D-0E4B984D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560DA-C6E7-419D-B234-B2B359349D4D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B9A71B-942F-3C0E-C1BF-6BEDAC262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3C544A-0E74-E402-752C-69D269D1B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DC3A2-7C31-4A74-9181-9E6A391F1C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9528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7E9052-B3B7-1F18-4302-7EA6C5F82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83CFE0-C1BF-7E4B-5476-1210B68B5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C9885A-9A67-7AF9-B13F-D1EC14CC7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560DA-C6E7-419D-B234-B2B359349D4D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7B8A5C-C4DB-EC67-0902-574EBE806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F4E714-023E-81E3-F04A-CD744A123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DC3A2-7C31-4A74-9181-9E6A391F1C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0911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FE0913-8254-7B1C-C939-3D874145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6189D4-ACDD-BC17-CD60-92A7218F7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A10E2F-89BF-C80E-78E4-EFF3EEF7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560DA-C6E7-419D-B234-B2B359349D4D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3535-2395-0779-1A80-47A6F0F5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27EC35-A2E2-C141-E182-A1D3D6299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DC3A2-7C31-4A74-9181-9E6A391F1C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4579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AB7064-E0E9-60D8-0F3C-67DB171AC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45B1E7-3591-6206-94A2-12C10F0B8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DF0D4B-3072-3D24-1A43-5C961BF44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F18D1-ABEC-10CE-4F3E-6DFF76D28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560DA-C6E7-419D-B234-B2B359349D4D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E4B8E4-A431-2EE7-AAC0-1018C55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2C7301-DB27-D08A-4262-F43F8541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DC3A2-7C31-4A74-9181-9E6A391F1C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3235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306B26-39B5-EE9F-4B00-C94896138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125BC5-BF18-9DEA-4676-A9B42802A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0F4B0F-8E4E-086F-695B-0744A284E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B6B6998-BE32-6CF1-2F39-97870E715A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A5EB697-C31C-4916-91AC-B9C108E18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BEF1547-A0A5-DD72-1F37-F05945D0C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560DA-C6E7-419D-B234-B2B359349D4D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9B9A732-3C7E-CCD4-E629-67B74477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E8C33A3-3DFB-695C-F1AB-4FD373CA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DC3A2-7C31-4A74-9181-9E6A391F1C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6101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2E794F-FED4-333E-A0BB-5723FB58B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22F7413-8790-93E7-C660-166ACA192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560DA-C6E7-419D-B234-B2B359349D4D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5B88BE-3D41-8230-716B-B8BA47AB5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CC2FD0-E919-7E0A-40CF-62E9E34E3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DC3A2-7C31-4A74-9181-9E6A391F1C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783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26110DB-7174-A1AF-CC4E-5DBD9859A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560DA-C6E7-419D-B234-B2B359349D4D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ECFEB09-2EB3-ED72-F076-346948E05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5E0155-DD46-A3D0-2AC6-35BCB9BB2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DC3A2-7C31-4A74-9181-9E6A391F1C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6233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352515-24E1-17A4-8B6C-23B19B98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F580E7-818B-59E8-360B-625C2AFB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BD2F90-A3AF-8F09-151A-B77B178A0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CC6D36-04F6-7493-81DE-20A96DBC3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560DA-C6E7-419D-B234-B2B359349D4D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8D3AB0-51B1-D50F-03BD-480A7D8E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991E2D-AD9F-4FE7-C5CC-5BC08E5C2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DC3A2-7C31-4A74-9181-9E6A391F1C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5726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14521D-7954-AE05-0553-1BD480EE0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1B4D583-0952-21AA-4EDB-F82C57B0C4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227A5F-CC2B-7352-24FD-7CC5D3C8D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E114A6-6A24-C10B-8679-E8ECE9FFD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560DA-C6E7-419D-B234-B2B359349D4D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E84F46-E495-0CAC-3471-1CA39B9A1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682415-88D3-F530-97C1-0A0EAA06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DC3A2-7C31-4A74-9181-9E6A391F1C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755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B6816B-31F1-010E-9C9C-4C69B7D2A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B1F924-5CD0-EBD4-556C-75D8BE5C6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88A854-DA83-235A-C072-86077542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560DA-C6E7-419D-B234-B2B359349D4D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70E6DE-904E-3195-1B2B-25776B27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1CB3F1-8175-7DA3-26FC-911A513B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DC3A2-7C31-4A74-9181-9E6A391F1C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7843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3425DD4-4022-3056-A4F3-7B39253AD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7C6934E-5977-24FA-0928-6E24D4761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2915F6-9CE5-FC8A-29D7-ABE370F68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560DA-C6E7-419D-B234-B2B359349D4D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160457-4E07-EC72-264B-5EFD6D8FF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9C1801-33A9-27C2-F409-A53AABE2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DC3A2-7C31-4A74-9181-9E6A391F1C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924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3711AFC-8954-0848-0B3F-0EE0F5CB3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AF852F-20EF-2C38-74B6-60A5031D7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6CE3A3-289C-AB9D-981D-8F4F67EE1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4560DA-C6E7-419D-B234-B2B359349D4D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833C2F-7128-3A5C-74AE-3330BF6A4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63D065-99CC-74F6-C65E-015A2EECB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FDC3A2-7C31-4A74-9181-9E6A391F1C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5395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65B1A9-2FFC-9184-674A-153CAA0D0B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TODO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B9079E0-983D-100F-A05B-61F79F9AC4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0300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Breitbild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Paridon</dc:creator>
  <cp:lastModifiedBy>Martin Paridon</cp:lastModifiedBy>
  <cp:revision>1</cp:revision>
  <dcterms:created xsi:type="dcterms:W3CDTF">2026-04-09T17:29:03Z</dcterms:created>
  <dcterms:modified xsi:type="dcterms:W3CDTF">2026-04-09T17:29:06Z</dcterms:modified>
</cp:coreProperties>
</file>