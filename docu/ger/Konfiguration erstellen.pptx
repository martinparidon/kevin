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42D074-C84A-AD2D-C3E4-71567C1529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722FAD5-C954-972E-3EF2-0991220EC1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5CC0910-DA2E-4DEB-B804-9BAB2B767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3023E-314C-4693-AAC1-DA08936BD2F5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86DBF15-94A2-065B-3703-B2E6C33C4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E495BE4-33A8-7FCE-8C3F-38ADFEA7B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BCF1F-5208-4927-8AC6-4B44F26E83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6761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475546-F2A9-BC6B-3C2D-84CF1F09D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CEB0531-E88A-6AC5-86E8-1541F49FE8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77C5AA6-B003-96E2-E7CC-D9BEAF90E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3023E-314C-4693-AAC1-DA08936BD2F5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3C5B82A-B181-E420-E7CF-01E32E574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52F1C2-B693-AE3F-C24F-01195437A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BCF1F-5208-4927-8AC6-4B44F26E83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4544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A4E7B0-0280-4724-D6F4-5EDD23205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AB83D32-B2DF-0531-317E-196AF60505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6BB9BFA-EC41-D905-7181-4FEF099A4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3023E-314C-4693-AAC1-DA08936BD2F5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B216244-21E2-5241-1AD0-0DC4EC994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2BD876A-C9A0-727D-C53A-F6D0B8F90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BCF1F-5208-4927-8AC6-4B44F26E83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9941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C94AB1-FC04-01D7-B687-9821580D7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6D3DE15-1F18-BA10-66F2-A9510F8E8D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18433A1-E0D5-646C-6EF0-976BD14CAE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B52F3A0-C053-F59E-60A3-C13E19287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3023E-314C-4693-AAC1-DA08936BD2F5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42487E4-7BDB-E3D8-9E20-0D63163A0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34FABA6-F27B-0414-C9B9-5871E4E47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BCF1F-5208-4927-8AC6-4B44F26E83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9065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B3306A-E7A7-E9E6-CFC2-398A75088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AC18F30-F400-C9D2-71BD-3C670FC12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AC415B4-6687-BFD3-4805-DBC43EF918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84B5301-5BE7-C2AE-55EB-108AB1CBA3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3935CE1-F355-617C-5245-EE248CFA11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66F97C3-DBE0-A8A2-D7B1-DAB39042E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3023E-314C-4693-AAC1-DA08936BD2F5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14B2AE3-8A89-C754-8251-2F57A64CF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AE15FC7-FF1E-FDFD-0879-F276EA1AA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BCF1F-5208-4927-8AC6-4B44F26E83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7405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B69E88-049B-5D85-49BA-B8D0B0E25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251CBE0-0AB8-A340-BFC1-3817D6FCA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3023E-314C-4693-AAC1-DA08936BD2F5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19FAEFD-4A71-9C80-7CCC-B3F241734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AA48A7B-B0B4-60FC-94DA-24449E6D6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BCF1F-5208-4927-8AC6-4B44F26E83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778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C327520-9D6D-D4CA-D443-BB2C2F9EE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3023E-314C-4693-AAC1-DA08936BD2F5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7F549AE-7BE3-B2F7-2D1C-52BC2E3FD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C655BAC-D8A9-2C12-FF05-EB288CDEC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BCF1F-5208-4927-8AC6-4B44F26E83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2991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675955-67E9-C65E-424B-1047A9EAD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792EA9A-6591-F1CE-AB18-C4FBF029B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CFF3765-D9FE-87AD-4BC4-5AF5B01FA1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6AB101E-0A80-2957-C2F7-5FD9B00EB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3023E-314C-4693-AAC1-DA08936BD2F5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962B6E0-519F-7AF6-279A-25ED02272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7E1DE60-AB76-6A3F-D4FA-69F364832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BCF1F-5208-4927-8AC6-4B44F26E83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592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E57906-F247-5899-C180-E9ACF16D3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B6C6C94-BB9B-A156-4C17-26F6061C59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15E2461-0256-4E88-9CA5-8A0106A575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27BC4A5-18DF-87A8-CE4C-21223E7F7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3023E-314C-4693-AAC1-DA08936BD2F5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DE39874-8DCA-EFD0-1E05-EA2EF3E68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AE5C38A-F1C3-A7D0-02F4-5EB0194C6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BCF1F-5208-4927-8AC6-4B44F26E83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697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182783-4C76-CF21-DD71-37535F12E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78214F6-E9CC-25DE-C8C9-94ECBE875E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2B04BA-F672-9BEA-4859-79F929FF6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3023E-314C-4693-AAC1-DA08936BD2F5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B1E39D5-A047-A009-7E9B-E73E03AF1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4F76804-D396-BFF5-2C29-D179F60C4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BCF1F-5208-4927-8AC6-4B44F26E83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9410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CE4F92C-838F-65B7-7498-315EA4CC82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1F172D2-B190-9236-2B03-45AACA6F24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23F07DB-D5FD-D66E-E8F1-80353E626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3023E-314C-4693-AAC1-DA08936BD2F5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90FEFD0-795E-D97E-D0EC-693BC88A2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56923B0-1D76-E120-76FA-B808CA5EF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BCF1F-5208-4927-8AC6-4B44F26E83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6546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63BB03D-F942-6E2F-AED9-AC46B683B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7E539C2-A8A5-4AB7-6291-B0004AD926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A88E182-C6FE-F73F-70BA-CD9751049C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C3023E-314C-4693-AAC1-DA08936BD2F5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D8445B5-2EDA-4455-E71C-0D9618E9F5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0502748-ED23-1640-6F38-8DB7867BA6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3BCF1F-5208-4927-8AC6-4B44F26E83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6844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8C65AF-FF8C-2DC2-CA81-F6D2541D6B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TODO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72B0015-18FE-25B5-FDA6-F4857C1DE8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0248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Breitbild</PresentationFormat>
  <Paragraphs>1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TODO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 Paridon</dc:creator>
  <cp:lastModifiedBy>Martin Paridon</cp:lastModifiedBy>
  <cp:revision>1</cp:revision>
  <dcterms:created xsi:type="dcterms:W3CDTF">2026-04-09T17:29:11Z</dcterms:created>
  <dcterms:modified xsi:type="dcterms:W3CDTF">2026-04-09T17:29:15Z</dcterms:modified>
</cp:coreProperties>
</file>